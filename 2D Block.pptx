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4" r:id="rId9"/>
    <p:sldId id="265" r:id="rId10"/>
    <p:sldId id="268" r:id="rId11"/>
    <p:sldId id="263" r:id="rId12"/>
    <p:sldId id="266" r:id="rId13"/>
  </p:sldIdLst>
  <p:sldSz cx="12192000" cy="6858000"/>
  <p:notesSz cx="6858000" cy="9144000"/>
  <p:defaultTextStyle>
    <a:defPPr>
      <a:defRPr lang="ko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2D5A8-4097-8E39-7D7A-DA5962B56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478065-37E4-61A5-1BF5-3DDD8E079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665CF-9B42-B362-12DD-A6D7963A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6DFEC-AD13-D066-A5FD-2B83E5E8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BFA4D4-3561-87E0-AA62-CDB0C004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08090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10F2E-09C1-1649-DE0C-4D84BD6B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B9BA5A-C3A6-E755-78ED-B290E8F9B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0A932D-2D36-CC1F-C2EB-842882B8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C39478-3908-90AB-6507-84D72983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54F75-28AF-8B17-0BAA-A0F0401A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13378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2C283-6ACF-21D4-4287-9F03253D3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F92C33-0961-3D8B-B961-BB2A65B16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265186-A188-AAF8-8F24-75EED0499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6F385D-FFA2-4BF7-B165-37D820DA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B479FD-F49A-B493-B894-233ACBA8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50873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D2984-9C74-CDA2-5349-59657CEB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6561E-2BD6-4292-8949-457F3BD05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15F58A-C1D0-A049-34D2-80F590CDB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7D6179-DA05-A2A8-8AB0-D63A87FB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3B7B86-0679-DDE9-54BD-7A85C843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FEF5CE-2B7C-6FBF-AFC8-D5645883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4462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9FF07-75F9-CFFC-6930-A8367072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430FED-5608-BACF-189D-717B4EEC0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115DB1-83C5-8C73-AD15-8D9F76A28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6E1370-FCC9-B5F1-5E05-D6814A961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BD4861-9722-9D78-EB10-3352D09CA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EE58DA-FEB9-74CE-59C0-86D930563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88C350-8A5A-BD13-071A-A79D5E1E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1DB107-D3C2-D456-AB92-AA49D09A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93693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9C125-897E-A7BE-517F-00760D28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3A8086-86A3-EB28-236D-E9042BC5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4E2701-5FE6-4C9F-300B-A6D4343C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5F3B0B-9F5B-CAB9-CAB6-A8235735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74688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7B1531-707F-8D86-95DC-4B34ECC2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70D411-4400-6866-3B34-F8E3E154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2FD73-B4E7-8EB8-2A38-15914C2D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47596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0B25D-0045-84F7-833E-190FF69D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209E8C-6D6A-D8DD-76B1-929718D61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563F5-AB91-EFB9-1131-0D207F88E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F0CF64-4330-7D36-9941-7FEBB60E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A917EA-C898-552A-6B3A-6F947A0B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26FC47-038B-6E37-A6EA-65C0E795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39881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E5FE7-4765-6FD8-DF27-184126B8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DD2987-2BDA-5E16-30F9-8B588D1A7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A23F80-4D35-D00F-8A0A-25BC72288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19FB3F-B8A8-E5F7-3B57-55B6D663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9F66F8-8201-BC52-9967-4AD0F730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E732CC-3DB2-8FB1-46AE-8F8EEE08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53466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42460-1FAC-D402-E3DB-D849AC3A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46EEA-D714-E922-C203-9C28D4135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C0B37-DAD5-897E-164F-DB3D446F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52950B-EA6C-4938-3993-E7C15CEE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AF23C7-CD3E-5EDB-8AEF-255AD9C1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4025248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A2B16C-206F-4311-7F6D-190AA3C31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E8D69A-3B74-BF29-BB44-CD9763024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08D53B-861E-168B-DC22-3316B00A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BFAE3C-0260-5F77-7686-56498780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941F71-B150-C493-EAA7-6C65C612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46563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EC950E-4CB5-1853-24B0-F40D827F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749AD9-2FC9-B9B3-8239-184647F11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51F8C-91BD-3054-48AB-7461669EC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51E7D-A21C-2F46-BADD-AC1E8D8A68D5}" type="datetimeFigureOut">
              <a:rPr lang="ko-US" smtClean="0"/>
              <a:t>11/2/25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DF50E-E62E-483C-8475-EEF1343B1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3E677C-B542-EE54-31D6-1084C185B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80198-CA23-6746-A0F5-72CF97DDE3E9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01920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비디오 4" descr="등측 추상 큐브">
            <a:extLst>
              <a:ext uri="{FF2B5EF4-FFF2-40B4-BE49-F238E27FC236}">
                <a16:creationId xmlns:a16="http://schemas.microsoft.com/office/drawing/2014/main" id="{96C301A1-4110-CD5A-9C51-12578150A7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4AB209-F14A-E37D-078B-469B1556E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2D Block Brick Survival</a:t>
            </a:r>
            <a:endParaRPr lang="ko-US" sz="5200" dirty="0">
              <a:solidFill>
                <a:srgbClr val="FFFF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D75B1B-81B8-E4B6-C020-788522EBC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SoungBin</a:t>
            </a:r>
            <a:r>
              <a:rPr lang="en-US" dirty="0">
                <a:solidFill>
                  <a:srgbClr val="FFFFFF"/>
                </a:solidFill>
              </a:rPr>
              <a:t>, Rena, Pin</a:t>
            </a:r>
            <a:endParaRPr lang="ko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04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2EA88-B9DC-7FA2-2851-B2F920FB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Brick Games</a:t>
            </a:r>
            <a:endParaRPr lang="ko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582FF9-DEA2-BDF5-CBA3-C1B8DDFB0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4701988" cy="4494959"/>
          </a:xfrm>
        </p:spPr>
        <p:txBody>
          <a:bodyPr/>
          <a:lstStyle/>
          <a:p>
            <a:r>
              <a:rPr lang="en-US" dirty="0"/>
              <a:t>When the stick gets damage by the ball, and when those balls are bullet.</a:t>
            </a:r>
          </a:p>
          <a:p>
            <a:endParaRPr lang="en-US" dirty="0"/>
          </a:p>
          <a:p>
            <a:r>
              <a:rPr lang="en-US" dirty="0"/>
              <a:t>Tried to make in the 3D FPS.</a:t>
            </a:r>
          </a:p>
          <a:p>
            <a:r>
              <a:rPr lang="en-US" dirty="0"/>
              <a:t>There are too many bugs even in 2D.</a:t>
            </a:r>
            <a:endParaRPr lang="ko-US" dirty="0"/>
          </a:p>
        </p:txBody>
      </p:sp>
      <p:pic>
        <p:nvPicPr>
          <p:cNvPr id="5" name="Picture 2" descr="Block Breaker 2D Kit">
            <a:extLst>
              <a:ext uri="{FF2B5EF4-FFF2-40B4-BE49-F238E27FC236}">
                <a16:creationId xmlns:a16="http://schemas.microsoft.com/office/drawing/2014/main" id="{114883E1-297A-9664-7D38-06D73DA51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1690688"/>
            <a:ext cx="5676900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37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9C61576-842D-0C5E-AD5C-EA208966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000"/>
              <a:t>Introduction</a:t>
            </a:r>
            <a:endParaRPr lang="ko-US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20B251-3383-0B0C-1071-8A17E41CF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Break the blocks find the portal and go to next level.</a:t>
            </a:r>
          </a:p>
          <a:p>
            <a:r>
              <a:rPr lang="en-US" sz="2200" dirty="0"/>
              <a:t>You shoot blasters and the blasters will reflect everywhere forever </a:t>
            </a:r>
          </a:p>
          <a:p>
            <a:r>
              <a:rPr lang="en-US" sz="2200" dirty="0"/>
              <a:t>Dodge the blasters </a:t>
            </a:r>
          </a:p>
          <a:p>
            <a:r>
              <a:rPr lang="en-US" sz="2200" dirty="0"/>
              <a:t>Inspired from Lightsaber</a:t>
            </a:r>
          </a:p>
          <a:p>
            <a:r>
              <a:rPr lang="en-US" sz="2200" dirty="0"/>
              <a:t>Reach the highest level</a:t>
            </a:r>
          </a:p>
        </p:txBody>
      </p:sp>
      <p:pic>
        <p:nvPicPr>
          <p:cNvPr id="5" name="그림 4" descr="스크린샷, 마천루, 하늘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E4D797-4B23-47F1-E536-D5A96311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178" y="1236054"/>
            <a:ext cx="7748901" cy="412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9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9041FB-F4B8-5B42-8144-F656C2A9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000" dirty="0"/>
              <a:t>Control</a:t>
            </a:r>
            <a:endParaRPr lang="ko-US" sz="50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D4DF09-619B-E568-25AC-1DBFB0F66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592044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You need a </a:t>
            </a:r>
            <a:r>
              <a:rPr lang="en-US" sz="2200" dirty="0" err="1"/>
              <a:t>wasd</a:t>
            </a:r>
            <a:r>
              <a:rPr lang="en-US" sz="2200" dirty="0"/>
              <a:t>, shift for dash(teleport), mouse for aiming and left click for shooting blasters</a:t>
            </a:r>
          </a:p>
          <a:p>
            <a:endParaRPr lang="ko-US" sz="2200" dirty="0"/>
          </a:p>
        </p:txBody>
      </p:sp>
      <p:pic>
        <p:nvPicPr>
          <p:cNvPr id="5" name="그림 4" descr="스크린샷, PC 게임, 비디오 게임 소프트웨어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CA3118-612B-8812-BB0A-B51C9FD4E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128" y="328264"/>
            <a:ext cx="7735872" cy="3867934"/>
          </a:xfrm>
          <a:prstGeom prst="rect">
            <a:avLst/>
          </a:prstGeom>
        </p:spPr>
      </p:pic>
      <p:pic>
        <p:nvPicPr>
          <p:cNvPr id="2050" name="Picture 2" descr="130+ Computer Keyboard Wasd Gaming Buttons Stock Photos, Pictures &amp;  Royalty-Free Images - iStock">
            <a:extLst>
              <a:ext uri="{FF2B5EF4-FFF2-40B4-BE49-F238E27FC236}">
                <a16:creationId xmlns:a16="http://schemas.microsoft.com/office/drawing/2014/main" id="{22096F25-FE35-4157-F93E-42350BFEA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31" y="4196199"/>
            <a:ext cx="2661801" cy="266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8+ Thousand Shift Key Royalty-Free Images, Stock Photos &amp; Pictures |  Shutterstock">
            <a:extLst>
              <a:ext uri="{FF2B5EF4-FFF2-40B4-BE49-F238E27FC236}">
                <a16:creationId xmlns:a16="http://schemas.microsoft.com/office/drawing/2014/main" id="{581871A0-8816-BB59-6407-46FE457DD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737" y="4753961"/>
            <a:ext cx="2803263" cy="162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Mouse Left Click Icons - Free SVG &amp; PNG Mouse Left Click Images - Noun  Project">
            <a:extLst>
              <a:ext uri="{FF2B5EF4-FFF2-40B4-BE49-F238E27FC236}">
                <a16:creationId xmlns:a16="http://schemas.microsoft.com/office/drawing/2014/main" id="{146E3A33-5E9B-3D16-1345-C52F6F537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66" y="4257099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33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870762-AE4A-E79C-87D4-7B57244BD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Dash Effect</a:t>
            </a:r>
            <a:endParaRPr lang="ko-US" sz="5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DAA24-D6E1-3D80-520A-C362C938D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Teleport the place you want</a:t>
            </a:r>
          </a:p>
          <a:p>
            <a:r>
              <a:rPr lang="en-US" sz="2200" dirty="0"/>
              <a:t>Find Jet much easier after dash</a:t>
            </a:r>
          </a:p>
          <a:p>
            <a:r>
              <a:rPr lang="en-US" sz="2200" dirty="0"/>
              <a:t>Looks cool</a:t>
            </a:r>
          </a:p>
          <a:p>
            <a:r>
              <a:rPr lang="en-US" sz="2200" dirty="0"/>
              <a:t>Inspired from Double 00 Raiser</a:t>
            </a:r>
          </a:p>
          <a:p>
            <a:endParaRPr lang="ko-US" sz="2200" dirty="0"/>
          </a:p>
        </p:txBody>
      </p:sp>
      <p:pic>
        <p:nvPicPr>
          <p:cNvPr id="9" name="그림 8" descr="아쿠아, 벽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5683EB-653F-B089-29B7-353CDD935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906" y="640080"/>
            <a:ext cx="632050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69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B254D-85FB-A5FF-8193-B3EEE597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7577FD-CF62-4594-6695-71CA4A89F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US"/>
          </a:p>
        </p:txBody>
      </p:sp>
      <p:pic>
        <p:nvPicPr>
          <p:cNvPr id="4098" name="Picture 2" descr="🔥 [80+] Gundam 00 Raiser Wallpapers | WallpaperSafari">
            <a:extLst>
              <a:ext uri="{FF2B5EF4-FFF2-40B4-BE49-F238E27FC236}">
                <a16:creationId xmlns:a16="http://schemas.microsoft.com/office/drawing/2014/main" id="{520F67A2-4295-4C70-A4C2-6E5521D28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0"/>
            <a:ext cx="10599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679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0F555-584D-9AF7-52A7-FCBD464C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30" y="-172758"/>
            <a:ext cx="10515600" cy="1325563"/>
          </a:xfrm>
        </p:spPr>
        <p:txBody>
          <a:bodyPr/>
          <a:lstStyle/>
          <a:p>
            <a:r>
              <a:rPr lang="en-US" dirty="0"/>
              <a:t>Blocks</a:t>
            </a:r>
            <a:endParaRPr lang="ko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EF741-96E4-797E-1354-29ECA194A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77" y="751488"/>
            <a:ext cx="5439542" cy="4351338"/>
          </a:xfrm>
        </p:spPr>
        <p:txBody>
          <a:bodyPr/>
          <a:lstStyle/>
          <a:p>
            <a:r>
              <a:rPr lang="en-US" dirty="0"/>
              <a:t>Each of hits needed per color and will spawn on this tile</a:t>
            </a:r>
          </a:p>
          <a:p>
            <a:r>
              <a:rPr lang="en-US" dirty="0"/>
              <a:t>Green1, Blue 3, Purple 5, Red 10</a:t>
            </a:r>
          </a:p>
          <a:p>
            <a:pPr marL="0" indent="0">
              <a:buNone/>
            </a:pPr>
            <a:endParaRPr lang="ko-US" dirty="0"/>
          </a:p>
        </p:txBody>
      </p:sp>
      <p:pic>
        <p:nvPicPr>
          <p:cNvPr id="7" name="그림 6" descr="스크린샷, 그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474E28-0E74-9B0F-4D0D-98FC8CC76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7" y="2841853"/>
            <a:ext cx="2725329" cy="2260973"/>
          </a:xfrm>
          <a:prstGeom prst="rect">
            <a:avLst/>
          </a:prstGeom>
        </p:spPr>
      </p:pic>
      <p:pic>
        <p:nvPicPr>
          <p:cNvPr id="9" name="그림 8" descr="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3CE25C-7409-4152-F43A-9F1F6A932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328" y="2841853"/>
            <a:ext cx="2855672" cy="2260974"/>
          </a:xfrm>
          <a:prstGeom prst="rect">
            <a:avLst/>
          </a:prstGeom>
        </p:spPr>
      </p:pic>
      <p:pic>
        <p:nvPicPr>
          <p:cNvPr id="11" name="그림 10" descr="마젠타, 보라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F2934-A4DB-5A10-89F1-C761AF9E5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638" y="2821351"/>
            <a:ext cx="2767432" cy="2260974"/>
          </a:xfrm>
          <a:prstGeom prst="rect">
            <a:avLst/>
          </a:prstGeom>
        </p:spPr>
      </p:pic>
      <p:pic>
        <p:nvPicPr>
          <p:cNvPr id="13" name="그림 12" descr="건물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C75A0-4AD7-D902-4F04-0696D124A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2708" y="2821351"/>
            <a:ext cx="2775668" cy="2260974"/>
          </a:xfrm>
          <a:prstGeom prst="rect">
            <a:avLst/>
          </a:prstGeom>
        </p:spPr>
      </p:pic>
      <p:pic>
        <p:nvPicPr>
          <p:cNvPr id="15" name="그림 14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E46E26-CEAB-5EBD-DB09-37EB7BA42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638" y="210576"/>
            <a:ext cx="3717329" cy="22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7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7E4CFCB-1B05-D7DB-89A6-7A33C196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Unbreakable wall and HP</a:t>
            </a:r>
            <a:endParaRPr lang="ko-US" sz="54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E41AF4-B000-3777-02D1-60ECC110A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dirty="0"/>
              <a:t>The walls will only reflects the bullet</a:t>
            </a:r>
          </a:p>
          <a:p>
            <a:r>
              <a:rPr lang="en-US" sz="2200" dirty="0"/>
              <a:t>5HP for max </a:t>
            </a:r>
          </a:p>
          <a:p>
            <a:r>
              <a:rPr lang="en-US" sz="2200" dirty="0"/>
              <a:t>1 HP per bullet</a:t>
            </a:r>
          </a:p>
          <a:p>
            <a:r>
              <a:rPr lang="en-US" sz="2200" dirty="0"/>
              <a:t>When the jet hits or dash the wall or block it will take 5 HP</a:t>
            </a:r>
          </a:p>
        </p:txBody>
      </p:sp>
      <p:pic>
        <p:nvPicPr>
          <p:cNvPr id="7" name="내용 개체 틀 6" descr="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487BAF-357E-CBD6-1B3F-7071EBCF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722" y="329183"/>
            <a:ext cx="2512452" cy="3429969"/>
          </a:xfrm>
          <a:prstGeom prst="rect">
            <a:avLst/>
          </a:prstGeom>
        </p:spPr>
      </p:pic>
      <p:pic>
        <p:nvPicPr>
          <p:cNvPr id="9" name="그림 8" descr="직사각형, 디자인, 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EB6529-B4DD-A3F7-74C6-5D5A982FB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322" y="4079193"/>
            <a:ext cx="3824964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2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03C588-D75D-4398-40E3-2F41416AE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Portal</a:t>
            </a:r>
            <a:endParaRPr lang="ko-US" sz="54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DEE94E-7F18-5DAF-F1BD-2CB12B311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In Each level appears only for once from the block </a:t>
            </a:r>
          </a:p>
          <a:p>
            <a:r>
              <a:rPr lang="en-US" sz="2200" dirty="0"/>
              <a:t>Spawn with sound to make sure you know it showed up</a:t>
            </a:r>
          </a:p>
        </p:txBody>
      </p:sp>
      <p:pic>
        <p:nvPicPr>
          <p:cNvPr id="4" name="화면 기록 2025-11-02 21.20.20">
            <a:hlinkClick r:id="" action="ppaction://media"/>
            <a:extLst>
              <a:ext uri="{FF2B5EF4-FFF2-40B4-BE49-F238E27FC236}">
                <a16:creationId xmlns:a16="http://schemas.microsoft.com/office/drawing/2014/main" id="{2339C1A7-CE6C-E0D6-CA58-DDBF48DD0C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93741" y="640080"/>
            <a:ext cx="482483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8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271EF-54CA-AC41-65F3-79C82BE7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  <a:endParaRPr lang="ko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A3D69-F92C-9B7C-5AF8-E378B0756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06" y="1825625"/>
            <a:ext cx="10515600" cy="4351338"/>
          </a:xfrm>
        </p:spPr>
        <p:txBody>
          <a:bodyPr/>
          <a:lstStyle/>
          <a:p>
            <a:r>
              <a:rPr lang="en-US" dirty="0" err="1"/>
              <a:t>Increses</a:t>
            </a:r>
            <a:r>
              <a:rPr lang="en-US" dirty="0"/>
              <a:t> z + 1 line tile every next level</a:t>
            </a:r>
          </a:p>
          <a:p>
            <a:r>
              <a:rPr lang="en-US" dirty="0"/>
              <a:t>60% of the blocks have 50% spawn blocks</a:t>
            </a:r>
            <a:endParaRPr lang="ko-US" dirty="0"/>
          </a:p>
        </p:txBody>
      </p:sp>
      <p:pic>
        <p:nvPicPr>
          <p:cNvPr id="5" name="그림 4" descr="텍스트, 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148AE9-5FD9-A37C-762F-E6507E166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681037"/>
            <a:ext cx="43688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6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214C7-D035-196B-9857-78DE90FE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35" y="66172"/>
            <a:ext cx="10515600" cy="1325563"/>
          </a:xfrm>
        </p:spPr>
        <p:txBody>
          <a:bodyPr/>
          <a:lstStyle/>
          <a:p>
            <a:r>
              <a:rPr lang="en-US" dirty="0"/>
              <a:t>When jet gets hit </a:t>
            </a:r>
            <a:endParaRPr lang="ko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9A4343-0207-7FB2-4E8C-9C851BCC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117"/>
            <a:ext cx="10515600" cy="4351338"/>
          </a:xfrm>
        </p:spPr>
        <p:txBody>
          <a:bodyPr/>
          <a:lstStyle/>
          <a:p>
            <a:r>
              <a:rPr lang="en-US" dirty="0"/>
              <a:t>1 HP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5HP					</a:t>
            </a:r>
          </a:p>
          <a:p>
            <a:pPr lvl="8"/>
            <a:r>
              <a:rPr lang="en-US" dirty="0"/>
              <a:t>           	------------&gt;</a:t>
            </a:r>
            <a:endParaRPr lang="ko-US" dirty="0"/>
          </a:p>
        </p:txBody>
      </p:sp>
      <p:pic>
        <p:nvPicPr>
          <p:cNvPr id="5" name="그림 4" descr="스크린샷, 태양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0C6197-DBFE-2E08-4817-A07C28603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935" y="4084406"/>
            <a:ext cx="3011394" cy="2505431"/>
          </a:xfrm>
          <a:prstGeom prst="rect">
            <a:avLst/>
          </a:prstGeom>
        </p:spPr>
      </p:pic>
      <p:pic>
        <p:nvPicPr>
          <p:cNvPr id="7" name="그림 6" descr="스크린샷, 하늘, 비행기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51739C-255E-C38B-318F-B12D749EB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762" y="1263621"/>
            <a:ext cx="3003567" cy="2723823"/>
          </a:xfrm>
          <a:prstGeom prst="rect">
            <a:avLst/>
          </a:prstGeom>
        </p:spPr>
      </p:pic>
      <p:pic>
        <p:nvPicPr>
          <p:cNvPr id="9" name="그림 8" descr="스크린샷, 열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B48AF4-EBD2-9FDC-2D35-CC1958DE2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049" y="4084406"/>
            <a:ext cx="2631121" cy="250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1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FE435-CB1D-C693-F912-A724D218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ko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CC556A-2A97-FB38-7E1B-5D2A8EC63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4244089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234</Words>
  <Application>Microsoft Macintosh PowerPoint</Application>
  <PresentationFormat>와이드스크린</PresentationFormat>
  <Paragraphs>42</Paragraphs>
  <Slides>12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테마</vt:lpstr>
      <vt:lpstr>2D Block Brick Survival</vt:lpstr>
      <vt:lpstr>Block Brick Games</vt:lpstr>
      <vt:lpstr>Introduction</vt:lpstr>
      <vt:lpstr>Control</vt:lpstr>
      <vt:lpstr>Dash Effect</vt:lpstr>
      <vt:lpstr>PowerPoint 프레젠테이션</vt:lpstr>
      <vt:lpstr>Blocks</vt:lpstr>
      <vt:lpstr>Unbreakable wall and HP</vt:lpstr>
      <vt:lpstr>Portal</vt:lpstr>
      <vt:lpstr>Map</vt:lpstr>
      <vt:lpstr>When jet gets hit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Kwon Soung Bin</dc:creator>
  <cp:lastModifiedBy>Kwon Soung Bin</cp:lastModifiedBy>
  <cp:revision>3</cp:revision>
  <dcterms:created xsi:type="dcterms:W3CDTF">2025-11-03T03:30:17Z</dcterms:created>
  <dcterms:modified xsi:type="dcterms:W3CDTF">2025-11-03T22:07:35Z</dcterms:modified>
</cp:coreProperties>
</file>